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>
        <p:scale>
          <a:sx n="50" d="100"/>
          <a:sy n="50" d="100"/>
        </p:scale>
        <p:origin x="1416" y="5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939E2A-0E1B-48CE-95C9-E928E41A29F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3B9DFE7-0710-44C0-86F6-DC7D783155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5771D5-A73B-4D77-9BF3-564086BD9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829C0D-3DFC-407C-AC11-11DC4E64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4B1056-BF97-4ABA-9095-05921B58C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85569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CBBE9-FCF0-4DE5-A670-14F943B33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D3AC4D7-E076-4E6E-9227-8E206902DA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7CE857-0C32-47D3-9D1B-1E5694197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BFE9963-3662-473C-908F-D6D2695A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1AA621E-A652-42D7-89EF-B308B6A5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27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5AC1A-E319-4577-A8A8-295EE8EFB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FB4DBE-5B41-41CD-949B-2CC4886486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2A84F4-CFDE-46DA-A472-05C7F1170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63EC15E-ABC4-49FA-9286-28BE067452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BB68DB-F2B7-40B2-A9FF-0C34F86B7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17249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37EFB3-1911-4285-8598-3A8BACA8AF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93F53C7-F2FE-4CA0-94E5-409345536B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0F9761E-AA13-44F2-8D9E-26C22B5285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E8C0F9E-2ED2-4CB0-A63E-F81972618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72AB25A-F038-4DE9-A028-8D8A787AF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BBDA01D-EED9-4DD3-A393-9812B22BC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863547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7AE55-2B0A-4EA5-8C3A-8734B2500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CAA5189-0AB6-4050-8435-41203A69B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8BFCE44-8C3C-433E-BBFF-41135B9D07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FEFFE51-4447-40BD-84B4-671D9D8CFB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A089B3A-2AEF-4789-85CD-DA4059CC3A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3F1A838-7CF7-4BA9-9946-4498CD67B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AE229B5-3E5E-43F9-BA1A-625F72DF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B6EC410-9F2C-4853-BA63-80962188F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3108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F492EA-05A7-4D35-A141-1258AEFFB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6C9C14A-14E5-4AA0-B4C8-9F78D849E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D32F3861-515B-4F6B-9F93-B46C6991A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02D50B-C999-4915-A09F-42F90BF6BB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14886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B8EA86C-D119-49EB-9024-67533AB49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BAFAC60-4E65-48D4-9A0D-917CDF7F2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8278F6D-8B34-4CAE-A069-F01341BB6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999572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A43D0-D153-448E-B873-13F66720B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533884-042B-4500-9A1F-F0C59FC3D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8B34BB1-BB36-4529-8E6D-7B86B51E75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BB2EDD-D34A-406F-BB3D-0A10B80BD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BDE4CE8-2123-4FF3-A11F-95976042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6E582E-24B7-43D5-944F-90FEB4A0D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44183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4C159B-D0F3-4FA9-8196-ED618F5F6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D562DAD-AA81-46FB-81AA-821630660F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07EBE7-971B-4CB2-939C-4DEE99EDC1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BCF5FEB-8AA0-47EF-82B9-11EB82265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A50F60E-9A5B-4FAF-AC9D-73637A51D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18BD6A4-0779-423B-BFD5-8CC257DCE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212264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C79E62-AEB9-4E45-BC8E-71C3A4D0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691D7CB-8056-4712-87CE-3A63B92011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CA8B6A7-59AB-4179-A291-FB5B45464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D757BC8-FFCF-47AD-A02F-B3DE66D0D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2D54A3A-E704-4F5F-83AD-9916D5762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19556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C8D8E8-5DC3-44B0-B562-A582B05DE5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8BBBA43-31E8-4BB0-90D2-933302C9E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8D9481-C436-4EC7-B401-7A303AB995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176FCCC-1784-4AC1-800B-C4D42C183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78A66C-301B-47E1-A72C-5529B03D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205662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4914BBA-47D8-4EC5-937A-17D6DE997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19DEABB-5185-41B9-9975-94BE142FFB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156638-8954-4394-9E8F-2CBD119CF6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9CBC65-AE0B-47DA-A896-FAA24CE33164}" type="datetimeFigureOut">
              <a:rPr lang="es-MX" smtClean="0"/>
              <a:t>01/12/2025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F02D22-1C3E-4AB2-9105-4BE1C59709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891925-9FBC-4684-824F-205F245E3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61067F-68D9-4581-AC16-86A793AA708B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3961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jpe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E176E50-9CB7-4FA9-8B70-2BE884F4DA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7932" y="0"/>
            <a:ext cx="12590439" cy="697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843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69701" y="373487"/>
            <a:ext cx="645231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6600" b="1" dirty="0">
                <a:solidFill>
                  <a:schemeClr val="bg1"/>
                </a:solidFill>
              </a:rPr>
              <a:t>OBJETIVOS 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18585ACE-527D-44AD-B2D5-08FAF1440BB2}"/>
              </a:ext>
            </a:extLst>
          </p:cNvPr>
          <p:cNvSpPr txBox="1"/>
          <p:nvPr/>
        </p:nvSpPr>
        <p:spPr>
          <a:xfrm>
            <a:off x="669701" y="2484309"/>
            <a:ext cx="1068946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Gestionar el inventario del gimnasio.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Facilitar la consulta del inventario.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Agregar nuevos productos.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Modificar o actualizar productos.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Eliminar productos de inventarios.  </a:t>
            </a:r>
          </a:p>
        </p:txBody>
      </p:sp>
      <p:pic>
        <p:nvPicPr>
          <p:cNvPr id="2050" name="Picture 2" descr="5,3 mil resultados de imágenes, fotos de stock e ilustraciones libres de  regalías para Robots fitness | Shutterstock">
            <a:extLst>
              <a:ext uri="{FF2B5EF4-FFF2-40B4-BE49-F238E27FC236}">
                <a16:creationId xmlns:a16="http://schemas.microsoft.com/office/drawing/2014/main" id="{AB3D5671-BA1C-4434-A6D8-83D832235C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2017" y="2344366"/>
            <a:ext cx="4881563" cy="2955964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98842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69701" y="373487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MOSTRAMOS EL DIAGRAMA DE FLUJO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35F6AF8-1B9B-46DE-BD7D-79E5CD8C73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9181" y="1422075"/>
            <a:ext cx="4753638" cy="4648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2580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69701" y="373487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CAPTURAS DEL CODIGO EJECUTADO 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392F0E0-03BB-4E4C-8AEA-F9484E924B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56" y="1714500"/>
            <a:ext cx="4100544" cy="2593594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CDA5C9E9-FAE1-4145-AD03-39D3C5329B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57" y="1714500"/>
            <a:ext cx="4125403" cy="25935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92EC381-B92D-4178-99C7-DDAC5775B7D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501" y="4434031"/>
            <a:ext cx="3267299" cy="207795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2A734B3-1C3C-4145-B108-6A49D878FE6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978" y="4445557"/>
            <a:ext cx="3593560" cy="2283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6385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7C2E240-1519-42A9-A527-43BB2E7445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99" y="1204484"/>
            <a:ext cx="3677867" cy="2286000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97948150-A0C1-4C1A-87B2-2ACE2A006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5266" y="1211997"/>
            <a:ext cx="3632300" cy="2286000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144DC29A-4D22-40E5-A3A1-EA33B8FD1F9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9941" y="1160199"/>
            <a:ext cx="3772059" cy="2389596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2E5E49E9-E9A3-41D3-9A0C-25DB7E4C98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98" y="3873499"/>
            <a:ext cx="3677867" cy="2341299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1E23AB09-E9DE-4FEA-8543-D9DB51EE682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36983" y="3928798"/>
            <a:ext cx="3588454" cy="2286000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4FBBEAFB-37CF-4DCA-9921-C43D325A7B80}"/>
              </a:ext>
            </a:extLst>
          </p:cNvPr>
          <p:cNvSpPr txBox="1"/>
          <p:nvPr/>
        </p:nvSpPr>
        <p:spPr>
          <a:xfrm>
            <a:off x="669701" y="373487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CAPTURAS DEL CODIGO EJECUTADO  </a:t>
            </a:r>
          </a:p>
        </p:txBody>
      </p:sp>
    </p:spTree>
    <p:extLst>
      <p:ext uri="{BB962C8B-B14F-4D97-AF65-F5344CB8AC3E}">
        <p14:creationId xmlns:p14="http://schemas.microsoft.com/office/powerpoint/2010/main" val="3673437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69701" y="373487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MANEJO DE EXCEPCIONES 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9D1802CB-60AE-4918-9B71-78E7996B6FB7}"/>
              </a:ext>
            </a:extLst>
          </p:cNvPr>
          <p:cNvSpPr txBox="1"/>
          <p:nvPr/>
        </p:nvSpPr>
        <p:spPr>
          <a:xfrm>
            <a:off x="669701" y="1694287"/>
            <a:ext cx="106894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Marcará cantidad inválida cuando esté fuera de los rangos de inventario.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Marcará formato inválido o fecha inexistente. 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706BDFA-0DBA-4A38-8A83-4008A078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701" y="3429000"/>
            <a:ext cx="4562699" cy="289046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830C26A5-19C5-4AFB-A3DB-0193168E55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2304" y="3557283"/>
            <a:ext cx="4451821" cy="2831299"/>
          </a:xfrm>
          <a:prstGeom prst="rect">
            <a:avLst/>
          </a:prstGeom>
        </p:spPr>
      </p:pic>
      <p:pic>
        <p:nvPicPr>
          <p:cNvPr id="1026" name="Picture 2" descr="Robot muscle: Más de 2,108 ilustraciones y dibujos de stock con licencia  libres de regalías | Shutterstock">
            <a:extLst>
              <a:ext uri="{FF2B5EF4-FFF2-40B4-BE49-F238E27FC236}">
                <a16:creationId xmlns:a16="http://schemas.microsoft.com/office/drawing/2014/main" id="{0C22F653-7ABE-459E-81C9-908360031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0996" y="-233875"/>
            <a:ext cx="2752725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5070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73592" y="-415499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CÓDIGO 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013E28-E20F-4B5B-A8DD-E4A6A860D6DE}"/>
              </a:ext>
            </a:extLst>
          </p:cNvPr>
          <p:cNvSpPr txBox="1"/>
          <p:nvPr/>
        </p:nvSpPr>
        <p:spPr>
          <a:xfrm>
            <a:off x="1184051" y="647914"/>
            <a:ext cx="11007949" cy="59862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time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as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scrolledtext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tkinter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INICIO DE SESIÓN DEL USUARIO CON TKINTER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solicitar_usuario_tk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"""Abre cuadros de dialogo para pedir nombre,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y fecha antes de mostrar el menú."""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"Inicio de sesión"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"Por favor, ingresa nombre: 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"Debes ingresar un nombre."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solicitar_usuario_tk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"Inicio de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sesion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"Ingresa tu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"Debes ingresar un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solicitar_usuario_tk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fecha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"Inicio de sesión"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"Ingresa la fecha (DD/MM/AAAA):"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fecha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"Debes ingresar la fecha."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continue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Intentar convertir la fecha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map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fecha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split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"/"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fecha_tupla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validar que sea una fecha REAL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"formato inválido o fecha inexistente. 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s-MX" sz="1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Ejemplo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válido: 25/11/24"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 MENSAJE DE ÉXITO --- 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"Registro exitoso"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"Bienvenido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/a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s-MX" sz="1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Fecha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dia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mes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anio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s-MX" sz="1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Registro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completado."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nickname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fecha_tupla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INVENTARIO INICIAL DEL FITZONE SPORT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"001"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"Guantes de box"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Everlast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"Guantes de entrenamiento"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"002"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"Mancuernas 5kg"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"Nike"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unica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320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"Mancuernas de 5kg"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"003"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Proteina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Whey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"ON"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 kg"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890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"suplemento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proteina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"004"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"Tapete Yoga"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"Reebok"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unica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280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"Tapete antideslizante"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"005"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"Tenis deportivos"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Adidas"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"42"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1200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"Tenis para correr"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"006"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"Bandas elásticas"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"Nike"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"Única"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"Banda para resistencia"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"007"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"Short deportivo"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"Reebok"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"Short ligero para deporte"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"008"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"Playera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dri-fit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"Nike"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"Playera deportiva"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"009"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"Botella térmica"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"Tupperware"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"500ml"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300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9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"Botella para líquidos"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"010"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"Tobillera deportiva"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"Adidas"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"Única"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180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7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"Tobillera elástica"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VARIABLES DEL DIA 3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ventas_del_dia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historial_ventas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[]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FUNCIONES DEL MENU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mostrar_home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total_modelos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total_stock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alertas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ascii_art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     F I T Z O N E    S P O R T 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================================== 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"""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ascii_art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de modelos únicos: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total_modelos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de productos en stock: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total_stock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"Ventas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realizadas hoy: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ventas_del_dia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alertas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"Productos con stock bajo: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alertas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-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hay alertas de stock bajo.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FUNCION DE INVENTARIO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'MODELO'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'PRECIO'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'TALLA'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:&lt;8}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'MARCA'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:&lt;6}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precio_formateado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"$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{:,.0f}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Si el producto está sin stock, lo mostramos en rojo con etiqueta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precio_formateado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'talla'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:&lt;8}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'marca'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:&lt;6}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 &lt;-- AGOTADO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:&lt;25}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precio_formateado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:&lt;12}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'talla'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:&lt;8}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'marca'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:&lt;15}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:&lt;6}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s-MX" sz="1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con stock bajo (&lt;3):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bajos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and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bajos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bajos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-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(stock: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"Ninguno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</a:t>
            </a:r>
            <a:r>
              <a:rPr lang="es-MX" sz="100" b="0" dirty="0" err="1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agotados (stock = 0):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agotados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agotados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agotados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 -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iten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"Ninguno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FUNCION GENERAR UN NUEVO ID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generar_nuevo_id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item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nuevo_id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{:03d}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format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max_id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nuevo_id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"001"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nuevo_id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FUNCION AGREGAR PRODUCTO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agregar_producto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 del modelo:"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marca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marca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float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 inválido. Debe ser un numero mayor a 0."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talla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talla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 inicial: 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 inválida. Debe ser un numero mayor a 0."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"Descripción: 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nuevo_producto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generar_nuevo_id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marca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precio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talla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descripcion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nuevo_producto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"Éxito"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"Productos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'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nombre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 agregado correctamente. 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DIA 3 - FUNCION DE VENTAS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vender_producto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global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ventas_del_dia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id_buscar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"Vender 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"Ingrese id del producto:"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id_buscar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next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id_buscar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None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existe un producto con este ID."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"SIN 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"Este producto está agotado"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try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 a vender:"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raise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ValueError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except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showerror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"Error"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 inválida."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Actualizar stock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Total de venta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ventas_del_dia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Guardar en historial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historial_ventas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append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"fecha"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datetime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now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strftime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/%m/%Y %H:%M"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Mostrar recibo en el área del texto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"========= RECIBO DE COMPRA =========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"Producto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"Cantidad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cantidad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unitario: $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productos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'precio'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"TOTAL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$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total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"Venta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realizada correctamente.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"==============================================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"Venta realizada"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"La venta fue registrada exitosamente."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    </a:t>
            </a: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INTERFAZ PRINCIPAL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title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"FITZONE SPORT - Sistema de Inventario y Ventas"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geometry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"1200x800"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configure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buscar_producto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1.0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simpledialog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askstring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"Buscar productos"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"ingresa ID o nombre:"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inventario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criterio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lower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messagebox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showinfo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"Buscar"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 se encontró 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ningun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producto."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"Resultados de búsqueda: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"-"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*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resultados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insert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"ID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'id'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"Nombre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'nombre'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"Marca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'marca'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"Talla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'talla'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"Precio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'precio'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"Stock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'stock'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f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"Descripción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descripcion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s-MX" sz="10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s-MX" sz="100" b="0" dirty="0">
                <a:solidFill>
                  <a:srgbClr val="D7BA7D"/>
                </a:solidFill>
                <a:effectLst/>
                <a:latin typeface="Consolas" panose="020B0609020204030204" pitchFamily="49" charset="0"/>
              </a:rPr>
              <a:t>\n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BOTONES DEL MENU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frame_botones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Frame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frame_botones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.widget.config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"blue"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leave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.widget.config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botones_info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[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"HOME"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mostrar_home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"INVENTARIO"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mostrar_inventario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"AGREGAR"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agregar_producto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"VENDER"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vender_producto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"BUSCAR"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buscar_producto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texto_boton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comando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botones_info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frame_botones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texto_boton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15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black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command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comando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side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padx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Enter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hover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boton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bind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"&lt;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Leave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leave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AREA DEL TEXTO CON SCROLL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scrolledtext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ScrolledText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width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140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height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25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font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"Consolas"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12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texto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tag_config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"alerta"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foreground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"red"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FOOTER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--------------------------------------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tk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4EC9B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text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"FITZONE SPORT ° Sistema de inventario y Ventas ° Proyecto Final"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bg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white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fg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"gray"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footer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pack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pady</a:t>
            </a:r>
            <a:r>
              <a:rPr lang="es-MX" sz="10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 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MOSTRAR LOGIN Y LUEGO EL HOME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def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iniciar_programa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():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solicitar_usuario_tk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mostrar_home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after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s-MX" sz="100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iniciar_programa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INICIAR INTERFAZ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s-MX" sz="10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====================================</a:t>
            </a:r>
            <a:endParaRPr lang="es-MX" sz="10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b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r>
              <a:rPr lang="es-MX" sz="100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ventana</a:t>
            </a:r>
            <a:r>
              <a:rPr lang="es-MX" sz="100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s-MX" sz="100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mainloop</a:t>
            </a:r>
            <a:r>
              <a:rPr lang="es-MX" sz="10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2955982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669701" y="373487"/>
            <a:ext cx="106894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4800" b="1" dirty="0">
                <a:solidFill>
                  <a:schemeClr val="bg1"/>
                </a:solidFill>
              </a:rPr>
              <a:t>CONCLUSIÓN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53EA58F2-7BB3-4B04-B67C-8D914A3ECCA3}"/>
              </a:ext>
            </a:extLst>
          </p:cNvPr>
          <p:cNvSpPr txBox="1"/>
          <p:nvPr/>
        </p:nvSpPr>
        <p:spPr>
          <a:xfrm>
            <a:off x="669701" y="2484309"/>
            <a:ext cx="1068946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Aprendimos a trabajar con archivos de Python y </a:t>
            </a:r>
            <a:r>
              <a:rPr lang="es-MX" sz="2800" dirty="0" err="1">
                <a:solidFill>
                  <a:schemeClr val="bg1"/>
                </a:solidFill>
              </a:rPr>
              <a:t>Tkinter</a:t>
            </a:r>
            <a:r>
              <a:rPr lang="es-MX" sz="2800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Reforzamos el uso de los ciclos.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dirty="0">
                <a:solidFill>
                  <a:schemeClr val="bg1"/>
                </a:solidFill>
              </a:rPr>
              <a:t>Comprendimos la importancia de los códigos.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2800" dirty="0">
              <a:solidFill>
                <a:schemeClr val="bg1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988E9BF-0FF9-4F41-B88C-8AC3F8858B6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9365" y="3937953"/>
            <a:ext cx="3176270" cy="210629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89934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A6A0CD2D-D681-481D-91FB-29234FAC8C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489396"/>
            <a:ext cx="12286445" cy="7355980"/>
          </a:xfrm>
          <a:prstGeom prst="rect">
            <a:avLst/>
          </a:pr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F7AC5E1A-84D5-4AA2-9528-F35B1A28E6D8}"/>
              </a:ext>
            </a:extLst>
          </p:cNvPr>
          <p:cNvSpPr txBox="1"/>
          <p:nvPr/>
        </p:nvSpPr>
        <p:spPr>
          <a:xfrm>
            <a:off x="3603401" y="2403764"/>
            <a:ext cx="106894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9600" b="1" dirty="0">
                <a:solidFill>
                  <a:schemeClr val="bg1"/>
                </a:solidFill>
              </a:rPr>
              <a:t>GRACIAS 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722930-FC57-4598-A55A-BCB41DCF299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8933" y="286009"/>
            <a:ext cx="2502535" cy="250253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1337390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</TotalTime>
  <Words>4396</Words>
  <Application>Microsoft Office PowerPoint</Application>
  <PresentationFormat>Panorámica</PresentationFormat>
  <Paragraphs>332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Lenny Guerra</dc:creator>
  <cp:lastModifiedBy>Lenny Guerra</cp:lastModifiedBy>
  <cp:revision>2</cp:revision>
  <dcterms:created xsi:type="dcterms:W3CDTF">2025-12-02T02:11:27Z</dcterms:created>
  <dcterms:modified xsi:type="dcterms:W3CDTF">2025-12-02T05:46:06Z</dcterms:modified>
</cp:coreProperties>
</file>